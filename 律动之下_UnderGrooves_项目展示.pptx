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94560"/>
            <a:ext cx="731520" cy="508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0E0E0"/>
                </a:solidFill>
                <a:latin typeface="Arial"/>
              </a:defRPr>
            </a:pPr>
            <a:r>
              <a:t>律动之下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8C547"/>
                </a:solidFill>
                <a:latin typeface="Arial"/>
              </a:defRPr>
            </a:pPr>
            <a:r>
              <a:t>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7432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Arial"/>
              </a:defRPr>
            </a:pPr>
            <a:r>
              <a:t>潜入律动之下，听见不一样的回响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音乐推荐网站 / 期末 Web 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2026.06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制作动机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79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79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设计需求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79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Design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638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63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网站架构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63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Site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47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技术方案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Technical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视觉设计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Visual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15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页面展示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Page Showcase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00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核心亮点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Key Highlights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84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84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难点攻克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084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Challenges Solved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4681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部署方案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52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C547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律动之下 UnderGrooves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E0E0E0"/>
                </a:solidFill>
                <a:latin typeface="Arial"/>
              </a:defRPr>
            </a:pPr>
            <a:r>
              <a:t>小众音乐推荐与深度介绍的静态网站。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0E0E0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AAACC"/>
                </a:solidFill>
                <a:latin typeface="Arial"/>
              </a:defRPr>
            </a:pPr>
            <a:r>
              <a:t>站名取 Under (地下) 与 Grooves (律动) 的双关含义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CC"/>
                </a:solidFill>
                <a:latin typeface="Arial"/>
              </a:defRPr>
            </a:pPr>
            <a:r>
              <a:t>挖掘不追流量、不被算法裹挟的好音乐，潜入主流之外的律动深处。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02920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项目规模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E0E0E0"/>
                </a:solidFill>
                <a:latin typeface="Arial"/>
              </a:defRPr>
            </a:pPr>
            <a:r>
              <a:t>7 个 HTML 页面 | 15 张专辑 | 5 大音乐板块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0E0E0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AAACC"/>
                </a:solidFill>
                <a:latin typeface="Arial"/>
              </a:defRPr>
            </a:pPr>
            <a:r>
              <a:t>时间跨度: 1967 - 2024 (近60年)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CC"/>
                </a:solidFill>
                <a:latin typeface="Arial"/>
              </a:defRPr>
            </a:pPr>
            <a:r>
              <a:t>每页配有对应风格的循环背景音乐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CC"/>
                </a:solidFill>
                <a:latin typeface="Arial"/>
              </a:defRPr>
            </a:pPr>
            <a:r>
              <a:t>纯 HTML5 + CSS3，无框架依赖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210312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9020251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02025160" y="4663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Crystal Castles</a:t>
            </a:r>
            <a:br/>
            <a:r>
              <a:t>Daft Punk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840480"/>
            <a:ext cx="210312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92204251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9220425160" y="4663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American Football</a:t>
            </a:r>
            <a:br/>
            <a:r>
              <a:t>Joy Division +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3840480"/>
            <a:ext cx="210312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95388251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9538825160" y="4663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Playboi Carti</a:t>
            </a:r>
            <a:br/>
            <a:r>
              <a:t>Tyler / Higher Brothers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840480"/>
            <a:ext cx="210312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98572251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9857225160" y="4663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王菲</a:t>
            </a:r>
            <a:br/>
            <a:r>
              <a:t>陈绮贞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840480"/>
            <a:ext cx="210312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017562516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0E0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0175625160" y="4663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具岛直子</a:t>
            </a:r>
            <a:br/>
            <a:r>
              <a:t>山下达郎 / 杏里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制作动机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3948032916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C54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3948032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E0E0"/>
                </a:solidFill>
                <a:latin typeface="Arial"/>
              </a:defRPr>
            </a:pPr>
            <a:r>
              <a:t>对抗算法茧房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3948074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不以播放量为标准，只以音乐本身的质量与表达为准则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39481060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为每一张专辑撰写有温度的深度介绍，而非冷冰冰的评分数字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10515600" cy="12801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089684116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C54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60896841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E0E0"/>
                </a:solidFill>
                <a:latin typeface="Arial"/>
              </a:defRPr>
            </a:pPr>
            <a:r>
              <a:t>搭建聆听桥梁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60897252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通过封面视觉、文字介绍、背景音乐三重维度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60897572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帮助听众建立与音乐的感性连接，降低发现好音乐的门槛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0515600" cy="12801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8231335316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C54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68231335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E0E0"/>
                </a:solidFill>
                <a:latin typeface="Arial"/>
              </a:defRPr>
            </a:pPr>
            <a:r>
              <a:t>存档个人审美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8231376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将那些陪伴过日夜的好音乐系统整理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8231408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既是分享，也是一份个人音乐审美的归档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设计需求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DESIGN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948023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网页数量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3948023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6-12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3948023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7 页 (1首页 + 5分类 + 1关于)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99350285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首页命名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99350285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99350285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已满足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59220333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页面宽度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59220333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900-1100px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59220333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1000px, Div+CSS 居中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1909038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页面边距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1909038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全部为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1909038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body { margin: 0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78960429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布局方式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678960429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表格或 Div+CSS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78960429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Div+CSS, Flex + Grid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2628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13883047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导航与页脚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13883047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所有页面统一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3883047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7页共用导航条 + 页脚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8700525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锚点链接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598700525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长页面提升便利性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98700525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摇滚页5张快速跳转 + 回到顶部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58570573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背景设计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058570573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背景图片或颜色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58570573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暗色主题 + 脉冲星波形图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035040"/>
            <a:ext cx="10515600" cy="4114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1844062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Arial"/>
              </a:defRPr>
            </a:pPr>
            <a:r>
              <a:t>多媒体扩展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51844062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自选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1844062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-&gt; 每页风格背景音乐, 循环播放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网站架构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SITE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E0E0"/>
                </a:solidFill>
                <a:latin typeface="Arial"/>
              </a:defRPr>
            </a:pPr>
            <a:r>
              <a:t>律动之下</a:t>
            </a:r>
            <a:br/>
            <a:r>
              <a:t>index.html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127451440" y="2508382171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电子音乐</a:t>
            </a:r>
            <a:br/>
            <a:r>
              <a:t>electronic.html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75488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0318491440" y="43478623634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摇滚乐</a:t>
            </a:r>
            <a:br/>
            <a:r>
              <a:t>rock.html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475488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6185947439" y="43478623634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嘻哈说唱</a:t>
            </a:r>
            <a:br/>
            <a:r>
              <a:t>hiphop.html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75488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5666139440" y="43478623634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华语音乐</a:t>
            </a:r>
            <a:br/>
            <a:r>
              <a:t>chinese.html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74320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E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2371803440" y="2508382171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日系音乐</a:t>
            </a:r>
            <a:br/>
            <a:r>
              <a:t>japanese.html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502920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5120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  <a:latin typeface="Arial"/>
              </a:defRPr>
            </a:pPr>
            <a:r>
              <a:t>关于本站</a:t>
            </a:r>
            <a:br/>
            <a:r>
              <a:t>about.html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Arial"/>
              </a:defRPr>
            </a:pPr>
            <a:r>
              <a:t>15 张专辑按流派分布在 5 个分类页面中，每张专辑配有封面图片与深度介绍文字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TECHNICAL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3948028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前端技术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39480694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HTML5 语义化标签 (header/nav/section/footer)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394808960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CSS3: Flexbox 导航 + Grid 卡片网格 + Flex 详情双栏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3948109725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CSS 外部引用，7 页共用一份 style.css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3948129842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响应式 @media 断点 (768px / 1020px)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1051560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68252219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多媒体处理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68252630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HTML5 audio 元素，preload=auto 预加载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682528320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MP3 压缩至 64kbps 单声道 (总大小 44MB -&gt; 12.6MB)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6825303325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去除嵌入封面图，避免移动端浏览器误判为视频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051560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97024155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音频交互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7024566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桌面端: 尝试 autoplay，被拦截则监听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970247680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移动端: 监听 touchend (非 passive)，用户触摸后解锁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9702496925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canplay 事件 + touched 标记双条件判断，确保加载即播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15000"/>
            <a:ext cx="10515600" cy="10972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257960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25796502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Git 版本管理 + SSH 密钥认证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257967040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GitHub Pages 自动部署，HTTPS 默认开启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2579690525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* 纯静态无需服务器，全球 CDN 加速访问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视觉设计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VISUAL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0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流派专属配色体系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57200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41156562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电子音乐  #00D4FF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880360"/>
            <a:ext cx="457200" cy="76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633801138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摇滚乐    #FF6B6B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00400"/>
            <a:ext cx="457200" cy="762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26445714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347"/>
                </a:solidFill>
                <a:latin typeface="Arial"/>
              </a:defRPr>
            </a:pPr>
            <a:r>
              <a:t>嘻哈说唱  #FFB347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520439"/>
            <a:ext cx="457200" cy="76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21908937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Arial"/>
              </a:defRPr>
            </a:pPr>
            <a:r>
              <a:t>华语音乐  #6BCB77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840480"/>
            <a:ext cx="457200" cy="762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51173486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A0BF"/>
                </a:solidFill>
                <a:latin typeface="Arial"/>
              </a:defRPr>
            </a:pPr>
            <a:r>
              <a:t>日系音乐  #E8A0BF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11680"/>
            <a:ext cx="457200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字体与排版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0E0E0"/>
                </a:solidFill>
                <a:latin typeface="Arial"/>
              </a:defRPr>
            </a:pPr>
            <a:r>
              <a:t>字体栈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AAACC"/>
                </a:solidFill>
                <a:latin typeface="Arial"/>
              </a:defRPr>
            </a:pPr>
            <a:r>
              <a:t>SF Pro Text -&gt; PingFang SC -&gt; Noto Sans SC -&gt; 微软雅黑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AAAACC"/>
                </a:solidFill>
                <a:latin typeface="Arial"/>
              </a:defRPr>
            </a:pPr>
            <a:r>
              <a:t>字重层次: 标题 600-700 / 正文 300-400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AAACC"/>
                </a:solidFill>
                <a:latin typeface="Arial"/>
              </a:defRPr>
            </a:pPr>
            <a:r>
              <a:t>正文 15px / 行高 1.9 / antialiased 抗锯齿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502920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布局方案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主容器: 1000px 固定宽度, margin: 0 auto 居中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导航: Flexbox 均分7项, 悬停分类色下划线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首页: CSS Grid 三列卡片网格, 悬停上浮动效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详情页: Flex 左图280px + 右文, 左色条流派识别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5029200" cy="13716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背景设计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92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全站背景: Joy Division Unknown Pleasures 脉冲星波形图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叠加 90% 不透明度黑色遮罩，呼应地下主题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AAACC"/>
                </a:solidFill>
                <a:latin typeface="Arial"/>
              </a:defRPr>
            </a:pPr>
            <a:r>
              <a:t>容器半透明 rgba(18,18,38,0.96)，背景纹理隐约可见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页面展示 - 首页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PAGE SHOWCASE -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首页 (index.html)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* Hero 引言区: 站点理念 + 锚定整体基调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* 五大分类区块: 各配独立色标, 15张专辑卡片网格展示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* 每张卡片: 封面图 + 专辑名 + 艺术家 + 年份标签 + 流派标签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* 悬停效果: 卡片上浮5px + 边框变分类色 + 图片亮度提升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Arial"/>
              </a:defRPr>
            </a:pPr>
            <a:r>
              <a:t>* 底部回到顶部锚点链接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[ 首页截图展示区域 ]</a:t>
            </a:r>
            <a:br/>
            <a:br/>
            <a:r>
              <a:t>15张专辑卡片</a:t>
            </a:r>
            <a:br/>
            <a:r>
              <a:t>五大分类网格布局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页面展示 - 分类页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PAGE SHOWCASE -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分类页面设计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051560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2124841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锚点导航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321248411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页面顶部快速跳转标签，点击直达对应专辑 (如摇滚页5个锚点)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1051560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0102672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专辑卡片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010267291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左图右文布局，左侧280px封面 + 右侧完整介绍，Flex双栏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1051560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69928617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流派识别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699286171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卡片左边框3px粗色条 + 标签底色 + 标题色，三重流派视觉标识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26280"/>
            <a:ext cx="10515600" cy="59436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38830505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回到顶部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388305051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每页底部固定回到顶部链接，长页面友好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各分类页核心数据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2356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9019794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9019794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2张专辑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90197944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Arial"/>
              </a:defRPr>
            </a:pPr>
            <a:r>
              <a:t>锚点跳转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562356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74140114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74140114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5张专辑 (最长)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741401144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Arial"/>
              </a:defRPr>
            </a:pPr>
            <a:r>
              <a:t>5个锚点+回到顶部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562356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59260434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59260434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3张专辑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592604344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Arial"/>
              </a:defRPr>
            </a:pPr>
            <a:r>
              <a:t>锚点跳转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562356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44380754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44380754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2张专辑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443807544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Arial"/>
              </a:defRPr>
            </a:pPr>
            <a:r>
              <a:t>锚点跳转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5623560"/>
            <a:ext cx="2011680" cy="822960"/>
          </a:xfrm>
          <a:prstGeom prst="rect">
            <a:avLst/>
          </a:prstGeom>
          <a:solidFill>
            <a:srgbClr val="14142A"/>
          </a:solidFill>
          <a:ln w="12700">
            <a:solidFill>
              <a:srgbClr val="E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29501074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E0E0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295010744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3张专辑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2950107440" y="6172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Arial"/>
              </a:defRPr>
            </a:pPr>
            <a:r>
              <a:t>锚点跳转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难点攻克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CHALLENGES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3948028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移动端音频播放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394806949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问题: iOS Safari 拦截 autoplay, passive 触摸事件被判定为非用户主动交互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3948089608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尝试1: click + touchstart 监听 -&gt; 部分安卓有效, iOS 无声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3948109725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尝试2: touchend (非 passive) + click 双监听 -&gt; iOS 偶尔有效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3948129842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最终方案: touchend/click 标记 touched 状态 + canplay 事件驱动播放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3948149959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核心逻辑: 用户触摸-&gt;标记; 音频加载完成-&gt;检查标记-&gt;自动播放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394817007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无论谁先完成都能触发，消弭加载延迟导致的播放失败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1051560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027031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MP3 兼容性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027035749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问题: 摇滚乐/嘻哈/华语三个页面移动端完全无声, 其他页面正常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0270377608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排查: ffmpeg 压缩时保留了嵌入封面图-&gt;浏览器检测到视频流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0270397725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-&gt; 判定为视频文件 -&gt; audio 标签 play() 静默失败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0270417842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解决: ffmpeg -vn 去视频流 + -map_metadata -1 清元数据-&gt;纯净音频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515600" cy="146304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6592604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文件体积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659264549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问题: 7个MP3总大小44MB, 关于本站单文件14MB, 移动网络加载极慢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6592665608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解决: ffmpeg 压缩至64kbps单声道, 44MB-&gt;12.6MB (缩减71%)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6592685725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效果: 移动端2-3秒内加载完毕, 几乎感觉不到等待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Arial"/>
              </a:defRPr>
            </a:pPr>
            <a:r>
              <a:t>部署与总结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Arial"/>
              </a:defRPr>
            </a:pPr>
            <a:r>
              <a:t>DEPLOYMENT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部署流程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1. Git 初始化 -&gt; git add -&gt; git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2. SSH Key 生成 (ed25519) -&gt; 添加至 GitHub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626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3. git remote add -&gt; git push origin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552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4. GitHub Pages Settings -&gt; Source: main branch -&gt; Save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478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5. 访问链接: https://apartus.github.io/undergrooves/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E0E0E0"/>
                </a:solidFill>
                <a:latin typeface="Arial"/>
              </a:defRPr>
            </a:pPr>
            <a:r>
              <a:t>律动之下 不只是一个课程作业。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AAAACC"/>
                </a:solidFill>
                <a:latin typeface="Arial"/>
              </a:defRPr>
            </a:pPr>
            <a:r>
              <a:t>它试图回答: 在一个算法支配听觉的时代，人应该如何主动地、有态度地发现好音乐?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AAAACC"/>
                </a:solidFill>
                <a:latin typeface="Arial"/>
              </a:defRPr>
            </a:pPr>
            <a:r>
              <a:t>答案藏在这15张专辑的封面、文字与旋律里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E8C547"/>
                </a:solidFill>
                <a:latin typeface="Arial"/>
              </a:defRPr>
            </a:pPr>
            <a:r>
              <a:t>潜入律动之下，听见算法之外的频率。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560320"/>
            <a:ext cx="18288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8346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0E0E0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Arial"/>
              </a:defRPr>
            </a:pPr>
            <a:r>
              <a:t>律动之下 / 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4389120"/>
            <a:ext cx="18288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https://apartus.github.io/undergrooves/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Arial"/>
              </a:defRPr>
            </a:pPr>
            <a:r>
              <a:t>2026.06 / 期末 Web 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Arial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