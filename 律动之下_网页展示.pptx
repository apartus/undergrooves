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731520" cy="508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E0E0E0"/>
                </a:solidFill>
                <a:latin typeface="Arial"/>
              </a:defRPr>
            </a:pPr>
            <a:r>
              <a:t>律动之下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E8C547"/>
                </a:solidFill>
                <a:latin typeface="Arial"/>
              </a:defRPr>
            </a:pPr>
            <a:r>
              <a:t>UnderGrooves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2743200" cy="127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Arial"/>
              </a:defRPr>
            </a:pPr>
            <a:r>
              <a:t>音乐推荐与介绍网站 · 项目展示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2026.06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4572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项目简介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547"/>
                </a:solidFill>
                <a:latin typeface="Arial"/>
              </a:defRPr>
            </a:pPr>
            <a:r>
              <a:t>律动之下 UnderGrooves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Arial"/>
              </a:defRPr>
            </a:pPr>
            <a:r>
              <a:t>专注小众音乐推荐与深度介绍的静态网站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163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97280" y="30723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Arial"/>
              </a:defRPr>
            </a:pPr>
            <a:r>
              <a:t>收录 15 张专辑，横跨五大音乐板块：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284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C547"/>
                </a:solidFill>
                <a:latin typeface="Arial"/>
              </a:defRPr>
            </a:pPr>
            <a:r>
              <a:t>  电子音乐  /  摇滚乐  /  嘻哈说唱  /  华语音乐  /  日系音乐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844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Arial"/>
              </a:defRPr>
            </a:pPr>
            <a:r>
              <a:t>时间跨度：1967 - 2024（近 60 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965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97280" y="4352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Arial"/>
              </a:defRPr>
            </a:pPr>
            <a:r>
              <a:t>每张专辑配有封面图片与千字级深度介绍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085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Arial"/>
              </a:defRPr>
            </a:pPr>
            <a:r>
              <a:t>每个分类页面配有风格背景音乐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646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Arial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97280" y="5120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Arial"/>
              </a:defRPr>
            </a:pPr>
            <a:r>
              <a:t>纯 HTML5 + CSS3，无框架依赖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766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Arial"/>
              </a:defRPr>
            </a:pPr>
            <a:r>
              <a:t>部署于 GitHub Pages，全球可访问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011680"/>
            <a:ext cx="365760" cy="2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9842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Arial"/>
              </a:defRPr>
            </a:pPr>
            <a:r>
              <a:t>电子音乐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2860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2 张专辑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788920"/>
            <a:ext cx="365760" cy="254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27614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Arial"/>
              </a:defRPr>
            </a:pPr>
            <a:r>
              <a:t>摇滚乐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0632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5 张专辑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566160"/>
            <a:ext cx="365760" cy="2540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3538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347"/>
                </a:solidFill>
                <a:latin typeface="Arial"/>
              </a:defRPr>
            </a:pPr>
            <a:r>
              <a:t>嘻哈说唱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8404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3 张专辑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343400"/>
            <a:ext cx="365760" cy="25400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43159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CB77"/>
                </a:solidFill>
                <a:latin typeface="Arial"/>
              </a:defRPr>
            </a:pPr>
            <a:r>
              <a:t>华语音乐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6177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2 张专辑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5120640"/>
            <a:ext cx="365760" cy="254000"/>
          </a:xfrm>
          <a:prstGeom prst="rect">
            <a:avLst/>
          </a:prstGeom>
          <a:solidFill>
            <a:srgbClr val="E8A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50932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A0BF"/>
                </a:solidFill>
                <a:latin typeface="Arial"/>
              </a:defRPr>
            </a:pPr>
            <a:r>
              <a:t>日系音乐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394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3 张专辑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首页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C547"/>
                </a:solidFill>
                <a:latin typeface="Arial"/>
              </a:defRPr>
            </a:pPr>
            <a:r>
              <a:t>网站主入口，五大分类网格，15张专辑卡片展示</a:t>
            </a:r>
          </a:p>
        </p:txBody>
      </p:sp>
      <p:pic>
        <p:nvPicPr>
          <p:cNvPr id="5" name="Picture 4" descr="首页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2393892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电子音乐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Arial"/>
              </a:defRPr>
            </a:pPr>
            <a:r>
              <a:t>Crystal Castles / Daft Punk — 暗黑电子与法式浩室</a:t>
            </a:r>
          </a:p>
        </p:txBody>
      </p:sp>
      <p:pic>
        <p:nvPicPr>
          <p:cNvPr id="5" name="Picture 4" descr="电子音乐_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4724813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摇滚乐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6B6B"/>
                </a:solidFill>
                <a:latin typeface="Arial"/>
              </a:defRPr>
            </a:pPr>
            <a:r>
              <a:t>全站最长页面，5张专辑锚点导航</a:t>
            </a:r>
          </a:p>
        </p:txBody>
      </p:sp>
      <p:pic>
        <p:nvPicPr>
          <p:cNvPr id="5" name="Picture 4" descr="摇滚乐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4529342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嘻哈说唱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B347"/>
                </a:solidFill>
                <a:latin typeface="Arial"/>
              </a:defRPr>
            </a:pPr>
            <a:r>
              <a:t>Playboi Carti / Tyler / Higher Brothers</a:t>
            </a:r>
          </a:p>
        </p:txBody>
      </p:sp>
      <p:pic>
        <p:nvPicPr>
          <p:cNvPr id="5" name="Picture 4" descr="嘻哈说唱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726431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华语音乐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CB77"/>
                </a:solidFill>
                <a:latin typeface="Arial"/>
              </a:defRPr>
            </a:pPr>
            <a:r>
              <a:t>王菲《寓言》/ 陈绮贞《Groupies 吉他手》</a:t>
            </a:r>
          </a:p>
        </p:txBody>
      </p:sp>
      <p:pic>
        <p:nvPicPr>
          <p:cNvPr id="5" name="Picture 4" descr="华语音乐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941480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E8A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日系音乐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A0BF"/>
                </a:solidFill>
                <a:latin typeface="Arial"/>
              </a:defRPr>
            </a:pPr>
            <a:r>
              <a:t>具岛直子 / 山下达郎 / 杏里 — City Pop 三部曲</a:t>
            </a:r>
          </a:p>
        </p:txBody>
      </p:sp>
      <p:pic>
        <p:nvPicPr>
          <p:cNvPr id="5" name="Picture 4" descr="日系音乐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900042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关于本站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Arial"/>
              </a:defRPr>
            </a:pPr>
            <a:r>
              <a:t>站点理念 / 专辑年代谱时间线 / 分类速览</a:t>
            </a:r>
          </a:p>
        </p:txBody>
      </p:sp>
      <p:pic>
        <p:nvPicPr>
          <p:cNvPr id="5" name="Picture 4" descr="关于本站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3819557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4572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技术亮点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606040" cy="3474720"/>
          </a:xfrm>
          <a:prstGeom prst="rect">
            <a:avLst/>
          </a:prstGeom>
          <a:solidFill>
            <a:srgbClr val="1414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8902025160" y="1965960"/>
            <a:ext cx="23317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8902025160" y="2103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E0E0"/>
                </a:solidFill>
                <a:latin typeface="Arial"/>
              </a:defRPr>
            </a:pPr>
            <a:r>
              <a:t>流派专属配色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902025160" y="256032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CC"/>
                </a:solidFill>
                <a:latin typeface="Arial"/>
              </a:defRPr>
            </a:pPr>
            <a:r>
              <a:t>五大分类各配独立识别色</a:t>
            </a:r>
            <a:br/>
            <a:r>
              <a:t>标题 · 标签 · 边框 · 导航悬停，四重视觉统一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828800"/>
            <a:ext cx="2606040" cy="3474720"/>
          </a:xfrm>
          <a:prstGeom prst="rect">
            <a:avLst/>
          </a:prstGeom>
          <a:solidFill>
            <a:srgbClr val="14142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60896841160" y="1965960"/>
            <a:ext cx="2331720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0896841160" y="2103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E0E0"/>
                </a:solidFill>
                <a:latin typeface="Arial"/>
              </a:defRPr>
            </a:pPr>
            <a:r>
              <a:t>Div+CSS 响应式布局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0896841160" y="256032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CC"/>
                </a:solidFill>
                <a:latin typeface="Arial"/>
              </a:defRPr>
            </a:pPr>
            <a:r>
              <a:t>1000px 居中容器</a:t>
            </a:r>
            <a:br/>
            <a:r>
              <a:t>Flexbox 导航 + Grid 卡片 + Flex 详情双栏</a:t>
            </a:r>
            <a:br/>
            <a:r>
              <a:t>@media 适配手机/平板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2606040" cy="3474720"/>
          </a:xfrm>
          <a:prstGeom prst="rect">
            <a:avLst/>
          </a:prstGeom>
          <a:solidFill>
            <a:srgbClr val="14142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891657160" y="1965960"/>
            <a:ext cx="2331720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891657160" y="2103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E0E0"/>
                </a:solidFill>
                <a:latin typeface="Arial"/>
              </a:defRPr>
            </a:pPr>
            <a:r>
              <a:t>移动端音频适配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891657160" y="256032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CC"/>
                </a:solidFill>
                <a:latin typeface="Arial"/>
              </a:defRPr>
            </a:pPr>
            <a:r>
              <a:t>touchend 触摸解锁 + canplay 加载检测</a:t>
            </a:r>
            <a:br/>
            <a:r>
              <a:t>MP3 压缩 44MB→12.6MB (71%)</a:t>
            </a:r>
            <a:br/>
            <a:r>
              <a:t>去除嵌入封面图防误判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828800"/>
            <a:ext cx="2606040" cy="3474720"/>
          </a:xfrm>
          <a:prstGeom prst="rect">
            <a:avLst/>
          </a:prstGeom>
          <a:solidFill>
            <a:srgbClr val="14142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44886473160" y="1965960"/>
            <a:ext cx="2331720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4886473160" y="2103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E0E0"/>
                </a:solidFill>
                <a:latin typeface="Arial"/>
              </a:defRPr>
            </a:pPr>
            <a:r>
              <a:t>纯静态部署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4886473160" y="256032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CC"/>
                </a:solidFill>
                <a:latin typeface="Arial"/>
              </a:defRPr>
            </a:pPr>
            <a:r>
              <a:t>Git + GitHub Pages</a:t>
            </a:r>
            <a:br/>
            <a:r>
              <a:t>SSH 密钥认证</a:t>
            </a:r>
            <a:br/>
            <a:r>
              <a:t>HTTPS 自动开启，全球 CDN 加速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C547"/>
                </a:solidFill>
                <a:latin typeface="Arial"/>
              </a:defRPr>
            </a:pPr>
            <a:r>
              <a:t>https://apartus.github.io/undergrooves/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  <a:latin typeface="Arial"/>
              </a:defRPr>
            </a:pPr>
            <a:r>
              <a:t>打开浏览器即可访问，无需安装任何应用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4572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项目数据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69164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8901979440" y="22860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8C547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901979440" y="29260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0E0E0"/>
                </a:solidFill>
                <a:latin typeface="Arial"/>
              </a:defRPr>
            </a:pPr>
            <a:r>
              <a:t>HTML 页面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011680"/>
            <a:ext cx="169164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4769435440" y="22860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4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4769435440" y="29260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0E0E0"/>
                </a:solidFill>
                <a:latin typeface="Arial"/>
              </a:defRPr>
            </a:pPr>
            <a:r>
              <a:t>张专辑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011680"/>
            <a:ext cx="169164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636891439" y="22860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6B6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0636891439" y="29260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0E0E0"/>
                </a:solidFill>
                <a:latin typeface="Arial"/>
              </a:defRPr>
            </a:pPr>
            <a:r>
              <a:t>大分类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011680"/>
            <a:ext cx="169164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36504347440" y="22860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B347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6504347440" y="29260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0E0E0"/>
                </a:solidFill>
                <a:latin typeface="Arial"/>
              </a:defRPr>
            </a:pPr>
            <a:r>
              <a:t>首BGM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011680"/>
            <a:ext cx="169164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2371803440" y="22860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6BCB77"/>
                </a:solidFill>
                <a:latin typeface="Arial"/>
              </a:defRPr>
            </a:pPr>
            <a:r>
              <a:t>1,067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2371803440" y="29260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0E0E0"/>
                </a:solidFill>
                <a:latin typeface="Arial"/>
              </a:defRPr>
            </a:pPr>
            <a:r>
              <a:t>行代码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0" y="2011680"/>
            <a:ext cx="169164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E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8239259440" y="22860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8A0BF"/>
                </a:solidFill>
                <a:latin typeface="Arial"/>
              </a:defRPr>
            </a:pPr>
            <a:r>
              <a:t>71%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239259440" y="29260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0E0E0"/>
                </a:solidFill>
                <a:latin typeface="Arial"/>
              </a:defRPr>
            </a:pPr>
            <a:r>
              <a:t>音频压缩比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Arial"/>
              </a:defRPr>
            </a:pPr>
            <a:r>
              <a:t>收录专辑一览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63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Crystal Castles | Random Access Memories | American Football | Unknown Pleasures | The Velvet Underground &amp; Nico | In the Court of the Crimson King | Sgt. Pepper | Die Lit | Chromakopia | Black Cab | 寓言 | Groupies 吉他手 | miss.G | Big Wave | Heaven Beach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Arial"/>
              </a:defRPr>
            </a:pPr>
            <a:r>
              <a:t>时间跨度：1967 — 2024  ·  横跨近 60 年的全球音乐版图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20640" y="2377440"/>
            <a:ext cx="18288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6517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0E0E0"/>
                </a:solidFill>
                <a:latin typeface="Arial"/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5661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C547"/>
                </a:solidFill>
                <a:latin typeface="Arial"/>
              </a:defRPr>
            </a:pPr>
            <a:r>
              <a:t>律动之下 / UnderGrooves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4206240"/>
            <a:ext cx="1828800" cy="127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Arial"/>
              </a:defRPr>
            </a:pPr>
            <a:r>
              <a:t>https://apartus.github.io/undergrooves/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AA"/>
                </a:solidFill>
                <a:latin typeface="Arial"/>
              </a:defRPr>
            </a:pPr>
            <a:r>
              <a:t>潜入律动之下，听见算法之外的频率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760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  <a:latin typeface="Arial"/>
              </a:defRPr>
            </a:pPr>
            <a:r>
              <a:t>2026.06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